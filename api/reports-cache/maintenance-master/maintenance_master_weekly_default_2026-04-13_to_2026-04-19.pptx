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IRONLOG Maintenance Executive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Period: 2026-04-13 to 2026-04-19 | Site: default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943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Total TRUE downtime (breakdown WOs): 4200.0 h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Rain days recorded: 0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Scheduled hours: 0.0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Rain-adjusted scheduled hours: 0.0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Run hours: 0.0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Utilisation (raw): N/A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Utilisation (rain-adjusted): N/A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Downtime cost (period): 0.00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75120" y="14630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Index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1) Safety (HSE)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2) Plant Performance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3) Breakdowns &amp; Maintenance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4) Production Support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5) Lubrication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6) Parts &amp; Stores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7) Inspections Done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8) Security (Fuel Anomalies)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9) Challenges &amp; Risks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1) Safety (HSE)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Damage reports: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HSE reports available: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Pending investigation: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Out of service: 0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2) Plant Performance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512064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120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Scheduled Hrs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Run Hrs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Downtime Hrs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Availability 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Utilization 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3) Breakdowns and Maintenance (Cost per Machine)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11430000" cy="5303520"/>
        </p:xfrm>
        <a:graphic>
          <a:graphicData uri="http://schemas.openxmlformats.org/drawingml/2006/table">
            <a:tbl>
              <a:tblPr/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5303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Asset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Type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WO True Down (h)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Parts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Labor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4) Production Support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Placeholder slide requested. Data wiring will be added from Operations metrics in next phase.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5) Lubrication (Cost per Machine)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0789920" cy="5120640"/>
        </p:xfrm>
        <a:graphic>
          <a:graphicData uri="http://schemas.openxmlformats.org/drawingml/2006/table">
            <a:tbl>
              <a:tblPr/>
              <a:tblGrid>
                <a:gridCol w="2697480"/>
                <a:gridCol w="2697480"/>
                <a:gridCol w="2697480"/>
                <a:gridCol w="2697480"/>
              </a:tblGrid>
              <a:tr h="5120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Asset Code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Asset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Qty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Lube Cost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6) Parts and Stores (Critical Low Stock)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10515600" cy="530352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2651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Part Code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Part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Min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On Hand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 critical low stock items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7) Inspections Done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Inspections completed: 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Assets covered: 0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8) Security (Fuel Anomalies)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97280" y="8229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Total fuel anomaly days: 0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188720"/>
          <a:ext cx="5669280" cy="438912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</a:tblGrid>
              <a:tr h="2194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Asset Code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Anomaly Days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No anomalies in selected period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9) Challenges and Risks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Weather / Rain days: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Breakdowns in period: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Unplanned maintenance (breakdown WOs opened):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True WO downtime (breakdown): 4200.0 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Fuel anomaly benchmark (LPH): daily LPH &gt; asset avg LPH x 1.35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206240"/>
          <a:ext cx="10424160" cy="1463040"/>
        </p:xfrm>
        <a:graphic>
          <a:graphicData uri="http://schemas.openxmlformats.org/drawingml/2006/table">
            <a:tbl>
              <a:tblPr/>
              <a:tblGrid>
                <a:gridCol w="2084832"/>
                <a:gridCol w="2084832"/>
                <a:gridCol w="2084832"/>
                <a:gridCol w="2084832"/>
                <a:gridCol w="208483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Asset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Anomaly Days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Avg LPH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Threshold LPH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Peak Anomaly LPH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Rain dates: None recorded in selected period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Source: Reports rain-days widget / site_rain_days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Executive - 2026-04-13_to_2026-04-19</dc:title>
  <dc:subject>Maintenance executive report</dc:subject>
  <dc:creator>IRONLOG</dc:creator>
  <cp:lastModifiedBy>IRONLOG</cp:lastModifiedBy>
  <cp:revision>1</cp:revision>
  <dcterms:created xsi:type="dcterms:W3CDTF">2026-04-14T18:15:14Z</dcterms:created>
  <dcterms:modified xsi:type="dcterms:W3CDTF">2026-04-14T18:15:14Z</dcterms:modified>
</cp:coreProperties>
</file>